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6"/>
  </p:notesMasterIdLst>
  <p:sldIdLst>
    <p:sldId id="256" r:id="rId2"/>
    <p:sldId id="257" r:id="rId3"/>
    <p:sldId id="258" r:id="rId4"/>
    <p:sldId id="259" r:id="rId5"/>
    <p:sldId id="26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9889"/>
    <p:restoredTop sz="94610"/>
  </p:normalViewPr>
  <p:slideViewPr>
    <p:cSldViewPr snapToGrid="0" snapToObjects="1">
      <p:cViewPr varScale="1">
        <p:scale>
          <a:sx n="222" d="100"/>
          <a:sy n="222" d="100"/>
        </p:scale>
        <p:origin x="600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2325354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9B14C1-71C0-F2C6-9435-344865F876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A70F707-B957-B937-E54C-CFEEBD5089C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8668763-B2D9-9F1B-AD03-A734FEFE458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A553E68-72E0-82D7-3B6D-F62870A8F0A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064118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圖片 2">
            <a:extLst>
              <a:ext uri="{FF2B5EF4-FFF2-40B4-BE49-F238E27FC236}">
                <a16:creationId xmlns:a16="http://schemas.microsoft.com/office/drawing/2014/main" id="{AAE65153-B1D5-3913-EE84-7F94B4990EE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1026" y="2057949"/>
            <a:ext cx="9156348" cy="4282132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48C5BCF-0BF2-9D16-6DC1-DF521AE07F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圖片 1">
            <a:extLst>
              <a:ext uri="{FF2B5EF4-FFF2-40B4-BE49-F238E27FC236}">
                <a16:creationId xmlns:a16="http://schemas.microsoft.com/office/drawing/2014/main" id="{6AEC7749-4207-69EF-2D7B-A88B62655C3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6056" y="2070628"/>
            <a:ext cx="8952782" cy="46432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8654597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</TotalTime>
  <Words>14</Words>
  <Application>Microsoft Macintosh PowerPoint</Application>
  <PresentationFormat>寬螢幕</PresentationFormat>
  <Paragraphs>14</Paragraphs>
  <Slides>14</Slides>
  <Notes>14</Notes>
  <HiddenSlides>0</HiddenSlides>
  <MMClips>0</MMClips>
  <ScaleCrop>false</ScaleCrop>
  <HeadingPairs>
    <vt:vector size="6" baseType="variant">
      <vt:variant>
        <vt:lpstr>使用字型</vt:lpstr>
      </vt:variant>
      <vt:variant>
        <vt:i4>1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14</vt:i4>
      </vt:variant>
    </vt:vector>
  </HeadingPairs>
  <TitlesOfParts>
    <vt:vector size="16" baseType="lpstr">
      <vt:lpstr>Arial</vt:lpstr>
      <vt:lpstr>Office Theme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分散式資料庫 PoC 導入規劃討論</dc:title>
  <dc:subject>PptxGenJS Presentation</dc:subject>
  <dc:creator>Created by Marp</dc:creator>
  <cp:lastModifiedBy>Wn Lin 林武男</cp:lastModifiedBy>
  <cp:revision>3</cp:revision>
  <dcterms:created xsi:type="dcterms:W3CDTF">2026-08-17T19:05:24Z</dcterms:created>
  <dcterms:modified xsi:type="dcterms:W3CDTF">2026-08-17T19:15:58Z</dcterms:modified>
</cp:coreProperties>
</file>