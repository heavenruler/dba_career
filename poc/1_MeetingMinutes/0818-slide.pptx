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76"/>
    <p:restoredTop sz="80577"/>
  </p:normalViewPr>
  <p:slideViewPr>
    <p:cSldViewPr snapToGrid="0" snapToObjects="1">
      <p:cViewPr>
        <p:scale>
          <a:sx n="150" d="100"/>
          <a:sy n="150" d="100"/>
        </p:scale>
        <p:origin x="1264" y="-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3253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B14C1-71C0-F2C6-9435-344865F87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70F707-B957-B937-E54C-CFEEBD508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668763-B2D9-9F1B-AD03-A734FEFE4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53E68-72E0-82D7-3B6D-F62870A8F0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41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Memo:</a:t>
            </a:r>
          </a:p>
          <a:p>
            <a:endParaRPr lang="en-US" dirty="0"/>
          </a:p>
          <a:p>
            <a:r>
              <a:rPr lang="en-US" dirty="0"/>
              <a:t>- </a:t>
            </a:r>
            <a:r>
              <a:rPr lang="en-US" dirty="0" err="1"/>
              <a:t>服務故障時的爆炸半徑過大</a:t>
            </a:r>
            <a:r>
              <a:rPr lang="en-US" dirty="0"/>
              <a:t> EX: AC ; </a:t>
            </a:r>
            <a:r>
              <a:rPr lang="en-US" dirty="0" err="1"/>
              <a:t>下雲</a:t>
            </a:r>
            <a:r>
              <a:rPr lang="en-US" dirty="0"/>
              <a:t> ; </a:t>
            </a:r>
            <a:r>
              <a:rPr lang="en-US" dirty="0" err="1"/>
              <a:t>發展態勢</a:t>
            </a:r>
            <a:r>
              <a:rPr lang="en-US" dirty="0"/>
              <a:t>: </a:t>
            </a:r>
            <a:r>
              <a:rPr lang="en-US" dirty="0" err="1"/>
              <a:t>地端集中</a:t>
            </a:r>
            <a:r>
              <a:rPr lang="en-US" dirty="0"/>
              <a:t> ; AA </a:t>
            </a:r>
            <a:r>
              <a:rPr lang="en-US" dirty="0" err="1"/>
              <a:t>優勢不容易突顯</a:t>
            </a:r>
            <a:r>
              <a:rPr lang="en-US" dirty="0"/>
              <a:t> ; 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產品之於</a:t>
            </a:r>
            <a:r>
              <a:rPr lang="en-US" dirty="0"/>
              <a:t> Self Manage </a:t>
            </a:r>
            <a:r>
              <a:rPr lang="en-US" dirty="0" err="1"/>
              <a:t>期待</a:t>
            </a:r>
            <a:r>
              <a:rPr lang="en-US" dirty="0"/>
              <a:t> ; </a:t>
            </a:r>
            <a:r>
              <a:rPr lang="en-US" dirty="0" err="1"/>
              <a:t>在</a:t>
            </a:r>
            <a:r>
              <a:rPr lang="en-US" dirty="0"/>
              <a:t> API </a:t>
            </a:r>
            <a:r>
              <a:rPr lang="en-US" dirty="0" err="1"/>
              <a:t>治理的影響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Memo: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PG </a:t>
            </a:r>
            <a:r>
              <a:rPr lang="en-US" dirty="0" err="1"/>
              <a:t>頭部應用</a:t>
            </a:r>
            <a:r>
              <a:rPr lang="en-US" dirty="0"/>
              <a:t> ; MySQL </a:t>
            </a:r>
            <a:r>
              <a:rPr lang="en-US" dirty="0" err="1"/>
              <a:t>相對弱勢應用</a:t>
            </a:r>
            <a:endParaRPr lang="en-US" dirty="0"/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避免發善</a:t>
            </a:r>
            <a:r>
              <a:rPr lang="en-US" dirty="0"/>
              <a:t> Agent </a:t>
            </a:r>
            <a:r>
              <a:rPr lang="en-US" dirty="0" err="1"/>
              <a:t>的應用</a:t>
            </a:r>
            <a:r>
              <a:rPr lang="en-US" dirty="0"/>
              <a:t> &lt; 10 ;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Memo: 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zh-TW" altLang="en-US" dirty="0"/>
              <a:t>最快恢復服務的時間為主</a:t>
            </a:r>
            <a:r>
              <a:rPr lang="en-US" altLang="zh-TW" dirty="0"/>
              <a:t> ; </a:t>
            </a:r>
          </a:p>
          <a:p>
            <a:pPr marL="171450" indent="-171450">
              <a:buFontTx/>
              <a:buChar char="-"/>
            </a:pPr>
            <a:endParaRPr lang="en-US" altLang="zh-TW" dirty="0"/>
          </a:p>
          <a:p>
            <a:pPr marL="171450" indent="-171450">
              <a:buFontTx/>
              <a:buChar char="-"/>
            </a:pPr>
            <a:r>
              <a:rPr lang="en-US" dirty="0"/>
              <a:t>FIXME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Memo: 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支撐跨機房活化</a:t>
            </a:r>
            <a:r>
              <a:rPr lang="en-US" dirty="0"/>
              <a:t> ; </a:t>
            </a:r>
            <a:r>
              <a:rPr lang="en-US" dirty="0" err="1"/>
              <a:t>目前強需求尚未出現</a:t>
            </a:r>
            <a:r>
              <a:rPr lang="en-US" dirty="0"/>
              <a:t> ;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支持應用改造的說法與效益</a:t>
            </a:r>
            <a:r>
              <a:rPr lang="en-US" dirty="0"/>
              <a:t> ;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Memo:</a:t>
            </a:r>
          </a:p>
          <a:p>
            <a:endParaRPr lang="en-US" dirty="0"/>
          </a:p>
          <a:p>
            <a:r>
              <a:rPr lang="en-US" dirty="0"/>
              <a:t>- 123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Memo: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C &gt; A ;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明確</a:t>
            </a:r>
            <a:r>
              <a:rPr lang="en-US" dirty="0"/>
              <a:t> R&amp;R ; </a:t>
            </a:r>
            <a:r>
              <a:rPr lang="en-US" dirty="0" err="1"/>
              <a:t>凸顯效益後</a:t>
            </a:r>
            <a:r>
              <a:rPr lang="zh-TW" altLang="en-US" dirty="0"/>
              <a:t> </a:t>
            </a:r>
            <a:r>
              <a:rPr lang="en-US" altLang="zh-TW" dirty="0"/>
              <a:t>; </a:t>
            </a:r>
            <a:r>
              <a:rPr lang="zh-TW" altLang="en-US" dirty="0"/>
              <a:t>程序清晰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Memo: </a:t>
            </a:r>
            <a:br>
              <a:rPr lang="en-US" dirty="0"/>
            </a:b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橋接</a:t>
            </a:r>
            <a:r>
              <a:rPr lang="en-US" dirty="0"/>
              <a:t> Infra </a:t>
            </a:r>
            <a:r>
              <a:rPr lang="en-US" dirty="0" err="1"/>
              <a:t>與</a:t>
            </a:r>
            <a:r>
              <a:rPr lang="en-US" dirty="0"/>
              <a:t> RD </a:t>
            </a:r>
            <a:r>
              <a:rPr lang="en-US" dirty="0" err="1"/>
              <a:t>的生命週期</a:t>
            </a:r>
            <a:r>
              <a:rPr lang="en-US" dirty="0"/>
              <a:t> EX: focus on self services </a:t>
            </a:r>
            <a:r>
              <a:rPr lang="en-US" dirty="0" err="1"/>
              <a:t>db</a:t>
            </a:r>
            <a:r>
              <a:rPr lang="en-US" dirty="0"/>
              <a:t> services; 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FIXME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AE65153-B1D5-3913-EE84-7F94B4990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26" y="2057949"/>
            <a:ext cx="9156348" cy="42821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C5BCF-0BF2-9D16-6DC1-DF521AE0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6AEC7749-4207-69EF-2D7B-A88B62655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56" y="2070628"/>
            <a:ext cx="8952782" cy="4643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545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108</Words>
  <Application>Microsoft Macintosh PowerPoint</Application>
  <PresentationFormat>寬螢幕</PresentationFormat>
  <Paragraphs>46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分散式資料庫 PoC 導入規劃討論</dc:title>
  <dc:subject>PptxGenJS Presentation</dc:subject>
  <dc:creator>Created by Marp</dc:creator>
  <cp:lastModifiedBy>Wn Lin 林武男</cp:lastModifiedBy>
  <cp:revision>4</cp:revision>
  <dcterms:created xsi:type="dcterms:W3CDTF">2026-08-17T19:05:24Z</dcterms:created>
  <dcterms:modified xsi:type="dcterms:W3CDTF">2026-08-18T05:58:43Z</dcterms:modified>
</cp:coreProperties>
</file>