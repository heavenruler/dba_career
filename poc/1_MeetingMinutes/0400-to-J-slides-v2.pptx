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3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02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avenruler/dba_career/tree/master/poc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分散式資料庫架構 PoC Kickoff Report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YugabyteDB　|　高併發 OLTP 場景適性驗證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3749040"/>
            <a:ext cx="201168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　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ITDBA-3596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20140" y="5212080"/>
            <a:ext cx="2377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20140" y="5212080"/>
            <a:ext cx="237744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257300" y="5303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5559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57300" y="5815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問題與動機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34740" y="5212080"/>
            <a:ext cx="2377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34740" y="5212080"/>
            <a:ext cx="237744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771900" y="5303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71900" y="5559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71900" y="5815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驗證設計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9340" y="5212080"/>
            <a:ext cx="2377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149340" y="5212080"/>
            <a:ext cx="237744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286500" y="5303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86500" y="5559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6500" y="5815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目前進度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63940" y="5212080"/>
            <a:ext cx="23774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663940" y="5212080"/>
            <a:ext cx="237744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8801100" y="5303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01100" y="5559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01100" y="5815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下階段計畫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Wnlin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41732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·　問題與動機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621792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為什麼要做分散式資料庫 PoC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91440" cy="8229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核心目標　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停機維護是 104 的事，不應影響到客戶使用。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現況痛點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 Primary / Standby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架構在計劃性維護需停機作業窗口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維護視窗期間仍有服務中斷風險，直接影響用戶體驗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 HA 靠外部 Failover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script，切換時間難掌握或縮短時長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2860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要回答的問題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265176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分散式架構能否做到「任一節點故障或維護，服務持續」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104 的高併發 OLTP 場景下是否真的可行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用數據支撐選型建議（Between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YugabyteDB）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9144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22960" y="5394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情境鎖定　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聚焦高併發 OLTP（熱點寫入、多站點讀寫），避免結論無限上綱。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ITDBA-3596　分散式資料庫架構 PoC 報告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41732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·　問題與動機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621792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邊界：未納入協作單位的已知風險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 PoC 屬 DB 層架構驗證；以下跨單位議題不在驗證範圍內，結論適用性以此為界。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5661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協作單位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未協作的影響範圍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專線延遲數據基於 SD IDC ↔ GCP 代替；等效性未經實際維運團隊背書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 側 VM 資源（CPU / RAM / Disk）未協調；PoC 使用現有測試資源，不代表生產規格可直接取用；需另設計規劃（預算階段）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/ K8s（WEB Application）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流量切換層（LB / DNS）未納入應用情境驗證；S2 情境（計劃性零中斷切換）僅驗證 DB 層行為，產品應用端路徑規劃未測試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ITDBA-3596　分散式資料庫架構 PoC 報告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41732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·　驗證設計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621792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四個設計決策支撐 PoC 有效性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94960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73152" cy="21945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評估標的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06240" y="1417320"/>
            <a:ext cx="155448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20624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TiDB（MySQL-compatible）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YugabyteDB（PostgreSQL-compatible）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避免單一選型受既有習慣限制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94960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73152" cy="21945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測試環境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875520" y="1417320"/>
            <a:ext cx="155448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87552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等效替代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IDC（172.24.*.*）↔ GCP（10.160.*.*）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模擬 IDC ↔ EDC 站點間行為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環境已具備、跨單位協作成本最低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394960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73152" cy="21945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壓測基準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206240" y="3840480"/>
            <a:ext cx="155448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20624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TPC-C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實際業務邏輯操作、跨表關聯交易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直接量測：tpmC / p95 / p99 / 衝突率 / RTO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 &amp; YB 原廠均有公開 TPC-C 數字可對照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703320"/>
            <a:ext cx="5394960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217920" y="3703320"/>
            <a:ext cx="73152" cy="21945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400800" y="3794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驗證情境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875520" y="3840480"/>
            <a:ext cx="155448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987552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~ S4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425196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S1：雙站各 50% 寫入 — 穩定性 &amp; 延遲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S2：全切 GCP — 零中斷切換可行性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S4：專線中斷 — 單站存活、對側安全停寫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ITDBA-3596　分散式資料庫架構 PoC 報告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41732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·　驗證設計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621792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情境矩陣 S1 ~ S4　與　PoC 範疇界定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4231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驗證重點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 / GCP 各 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雙站同時寫入的穩定性與延遲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全切至 GCP（IDC 計劃維護）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零中斷流量切換可行性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 繼續運作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 獨立存活；GCP 安全停寫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 繼續運作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 獨立存活；IDC 安全停寫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91440" cy="14630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822960" y="45720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範疇界定　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本次驗證的是「架構行為」（一致性、quorum、故障切換、split-brain），由 DB 引擎決定，與部署平台無關。VM → K8s 的差異在於資源排程效率與單叢集效能，不影響架構正確性結論。VM PoC 結果有效；K8s 部署為後續落地評估的獨立項目。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ITDBA-3596　分散式資料庫架構 PoC 報告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41732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·　目前進度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621792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執行狀態（2026/04）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34290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狀態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選型評估、面向定義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完成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雙軌 TiDB / YugabyteDB 鎖定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架構設計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完成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IDC ↔ GCP 模擬 IDC ↔ EDC 拓樸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定義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完成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TC-01~05 + 各自專屬 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建置（Terraform / Ansible）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進行中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預計 2026/05 完成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環境部署與壓測執行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待開始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2026/06 ~ 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報告輸出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待開始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2026/08 初稿 → 2026/09 定稿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548640" y="5303520"/>
            <a:ext cx="91440" cy="8229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822960" y="5303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現階段重點　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完工後即可進入環境部署與壓測執行；在此之前無實測數據可提供。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ITDBA-3596　分散式資料庫架構 PoC 報告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41732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·　下階段計畫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621792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時程里程碑（2026/05 ~ 09）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3154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關鍵產出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環境就緒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完成、TiDB &amp; YugabyteDB 雙系統部署驗證、監控上線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壓測執行（單機行為）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TC-01~05 + TiDB / YB 專屬 TC 執行完畢、數據彙整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壓測執行（多站情境）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/ S2 / S3 / S4 四情境完成、數據彙整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分析與報告撰寫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對照驗證報告初稿、落地計畫草案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交付與決策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項目產出定稿、後續專案啟動依據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ITDBA-3596　分散式資料庫架構 PoC 報告</a:t>
            </a:r>
            <a:endParaRPr lang="en-US" sz="1000" dirty="0"/>
          </a:p>
        </p:txBody>
      </p:sp>
      <p:sp>
        <p:nvSpPr>
          <p:cNvPr id="6" name="Text 5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41732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·　下階段計畫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621792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三份產出與組織能力準備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三份交付產出（2026/08 ~ 09）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34924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73152" cy="12344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 1　PoC 對照驗證報告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2026/06 執行 → 2026/08 完稿；風險清單、一致性 / 延遲 / RTO、TiDB vs YB 比較結論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4924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73152" cy="12344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 2　可落地執行計畫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2026/08 Drift → 2026/09 Final；架構 / 部署 / 遷移 / HA-DR / 備份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34924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73152" cy="12344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 3　預算評估報告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8920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 完稿；建置 / 維運 / 擴展成本；含最低成本啟動策略（VM → K8s 過渡）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188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組織能力準備（平行進行）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1645920"/>
            <a:ext cx="5349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263640" y="1645920"/>
            <a:ext cx="73152" cy="1828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446520" y="17373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開發端 → 工程大學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205740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/ retry / transaction / hotspot 避免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 學習曲線抹平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課程形式提前佈局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611880"/>
            <a:ext cx="5349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263640" y="3611880"/>
            <a:ext cx="73152" cy="1828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3703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Team → DBaaS 承接能力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402336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Raft：引擎內建選主，寫入需多數節點確認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Policy：副本位置 / Leader 偏好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Upgrade：逐節點升級、監控 Raft 狀態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ITDBA-3596　分散式資料庫架構 PoC 報告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41732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·　下階段計畫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621792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待確認事項（需決策支援）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28016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技術路線偏好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737360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MySQL-compatible（TiDB）或 PostgreSQL-compatible（YugabyteDB）目前無明確傾向，PoC 結果出爐前維持雙線評估。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69748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原廠 / 顧問參與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TiDB / YugabyteDB 在台灣均無直接溝通窗口；若需提升結論可信度，需提前確認是否引入外部資源。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411480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工程大學課程排期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4572000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Y26 or Y27 規劃；需與工程大學與開發端同步。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報告依據：</a:t>
            </a: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ITDBA-3596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|　PoC 專案目錄：</a:t>
            </a:r>
            <a:r>
              <a:rPr lang="en-US" sz="1200" u="sng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github.com/heavenruler/dba_career/tree/master/poc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ITDBA-3596　分散式資料庫架構 PoC 報告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745</Words>
  <Application>Microsoft Macintosh PowerPoint</Application>
  <PresentationFormat>寬螢幕</PresentationFormat>
  <Paragraphs>191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分散式資料庫架構 PoC 報告</dc:title>
  <dc:subject>PptxGenJS Presentation</dc:subject>
  <dc:creator>DBA Team</dc:creator>
  <cp:lastModifiedBy>Wn Lin 林武男</cp:lastModifiedBy>
  <cp:revision>5</cp:revision>
  <dcterms:created xsi:type="dcterms:W3CDTF">2026-04-22T05:50:13Z</dcterms:created>
  <dcterms:modified xsi:type="dcterms:W3CDTF">2026-04-22T05:57:34Z</dcterms:modified>
</cp:coreProperties>
</file>