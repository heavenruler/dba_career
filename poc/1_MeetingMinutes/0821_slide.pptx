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96"/>
    <p:restoredTop sz="94616"/>
  </p:normalViewPr>
  <p:slideViewPr>
    <p:cSldViewPr snapToGrid="0" snapToObjects="1">
      <p:cViewPr varScale="1">
        <p:scale>
          <a:sx n="232" d="100"/>
          <a:sy n="232" d="100"/>
        </p:scale>
        <p:origin x="176" y="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2" Type="http://schemas.openxmlformats.org/officeDocument/2006/relationships/hyperlink" Target="https://github.com/heavenruler/dba_career/blob/master/poc/MILESTONES.md#%E5%B0%88%E6%A1%88%E6%99%82%E7%A8%8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heavenruler/dba_career/blob/master/poc/DISTRIBUTED-DB-SCORING-INTRO.md" TargetMode="External"/><Relationship Id="rId4" Type="http://schemas.openxmlformats.org/officeDocument/2006/relationships/hyperlink" Target="https://github.com/heavenruler/dba_career/blob/master/poc/phase-crossregion/XCROSS-PA-VS-PB-FINAL-COMPARISON.md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rcona.com/support-policies/" TargetMode="External"/><Relationship Id="rId2" Type="http://schemas.openxmlformats.org/officeDocument/2006/relationships/hyperlink" Target="https://docs.pingcap.com/tidb/stable/support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cockroachlabs.com/terms-and-conditions/cockroachdb-support-policy/" TargetMode="External"/><Relationship Id="rId4" Type="http://schemas.openxmlformats.org/officeDocument/2006/relationships/hyperlink" Target="https://www.yugabyte.com/yugabyte-software-support-services-agreem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gitbook/deliverables/budget-assessment.md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13" Type="http://schemas.openxmlformats.org/officeDocument/2006/relationships/hyperlink" Target="https://github.com/heavenruler/dba_career/blob/master/poc/DISTRIBUTED-DB-SCORING.md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percona.com/percona-xtrabackup/8.0/point-in-time-recovery.html" TargetMode="External"/><Relationship Id="rId3" Type="http://schemas.openxmlformats.org/officeDocument/2006/relationships/hyperlink" Target="https://docs.pingcap.com/tidb/stable/br-pitr-guide/" TargetMode="External"/><Relationship Id="rId7" Type="http://schemas.openxmlformats.org/officeDocument/2006/relationships/hyperlink" Target="https://docs.percona.com/percona-operator-for-mysql/pxc/backups-pitr.html" TargetMode="External"/><Relationship Id="rId2" Type="http://schemas.openxmlformats.org/officeDocument/2006/relationships/hyperlink" Target="https://docs.pingcap.com/tidb/stable/mysql-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ingcap.com/tidb-release-support-policy/" TargetMode="External"/><Relationship Id="rId11" Type="http://schemas.openxmlformats.org/officeDocument/2006/relationships/hyperlink" Target="https://www.percona.com/release-lifecycle-overview/" TargetMode="External"/><Relationship Id="rId5" Type="http://schemas.openxmlformats.org/officeDocument/2006/relationships/hyperlink" Target="https://docs.pingcap.com/tidb/stable/support/" TargetMode="External"/><Relationship Id="rId10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docs.pingcap.com/best-practices/ddl-introduction/" TargetMode="External"/><Relationship Id="rId9" Type="http://schemas.openxmlformats.org/officeDocument/2006/relationships/hyperlink" Target="https://www.percona.com/blog/various-ways-to-perform-schema-upgrades-with-percona-xtradb-cluster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ckroachlabs.com/docs/v26.2/online-schema-changes" TargetMode="External"/><Relationship Id="rId3" Type="http://schemas.openxmlformats.org/officeDocument/2006/relationships/hyperlink" Target="https://docs.yugabyte.com/stable/manage/backup-restore/point-in-time-recovery/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2" Type="http://schemas.openxmlformats.org/officeDocument/2006/relationships/hyperlink" Target="https://docs.yugabyte.com/stable/faq/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ockroachlabs.com/docs/v26.2/postgresql-compatibility" TargetMode="External"/><Relationship Id="rId5" Type="http://schemas.openxmlformats.org/officeDocument/2006/relationships/hyperlink" Target="https://docs.yugabyte.com/stable/releases/ybdb-releases/" TargetMode="External"/><Relationship Id="rId10" Type="http://schemas.openxmlformats.org/officeDocument/2006/relationships/hyperlink" Target="https://www.cockroachlabs.com/docs/releases/release-support-policy" TargetMode="External"/><Relationship Id="rId4" Type="http://schemas.openxmlformats.org/officeDocument/2006/relationships/hyperlink" Target="https://www.yugabyte.com/yugabyte-software-support-services-agreement/" TargetMode="External"/><Relationship Id="rId9" Type="http://schemas.openxmlformats.org/officeDocument/2006/relationships/hyperlink" Target="https://www.cockroachlabs.com/terms-and-conditions/cockroachdb-support-policy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DISTRIBUTED-DB-SCORING.md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7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7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3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1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2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7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78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1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543"/>
              </p:ext>
            </p:extLst>
          </p:nvPr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4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6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4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為計算／儲存分離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；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PXC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為完整副本與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writeset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數量」與「業務關鍵度」必須分開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1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197904"/>
              </p:ext>
            </p:extLst>
          </p:nvPr>
        </p:nvGraphicFramePr>
        <p:xfrm>
          <a:off x="566928" y="1709928"/>
          <a:ext cx="11057839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5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1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44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3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v8.5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LTS；</a:t>
                      </a:r>
                      <a:endParaRPr lang="en-US" sz="1400" b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Community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2027-12-19／延伸 2028-12-19，Enterprise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同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困境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95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0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0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決策｜投資報酬判準：先確認問題，再決定投入深度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5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9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2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判斷情境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條件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出口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沒有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明確業務問題、受影響服務與 owner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0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：保留現況與 PoC framework，定期重審需求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MySQL 應用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為主要範圍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相容性／還原／DDL 尚未知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A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技術門檻通過且效益可量化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：TiDB 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不適配或極低延遲優先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C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：PXC 目標式對照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PostgreSQL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高關鍵度／AI 應用有需求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C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：依需求驗 YugabyteDB 或 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平台化或跨區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需求成立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重複申請／維運成本高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D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：Database Self-Service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DR／EDC 活化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D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：先 A/S，需異地讀再評估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503928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0392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1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3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9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1598</Words>
  <Application>Microsoft Macintosh PowerPoint</Application>
  <PresentationFormat>寬螢幕</PresentationFormat>
  <Paragraphs>440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3</cp:revision>
  <dcterms:created xsi:type="dcterms:W3CDTF">2013-01-27T09:14:16Z</dcterms:created>
  <dcterms:modified xsi:type="dcterms:W3CDTF">2026-08-20T04:01:16Z</dcterms:modified>
  <cp:category/>
</cp:coreProperties>
</file>