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/>
                <a:gridCol w="3975340"/>
                <a:gridCol w="3916809"/>
                <a:gridCol w="234423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58241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本階段輸出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：應用相容性、PITR／還原、Online DDL、服務恢復、資源隔離、原廠支援與成本效益的可驗收結果。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4350258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50258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8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765940"/>
                <a:gridCol w="4844494"/>
                <a:gridCol w="3243699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82752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82752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/>
                <a:gridCol w="4723341"/>
                <a:gridCol w="495951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/>
                <a:gridCol w="4433326"/>
                <a:gridCol w="2750671"/>
                <a:gridCol w="271000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854956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2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49424"/>
            <a:ext cx="3206773" cy="1527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2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67912"/>
            <a:ext cx="3206773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2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07408"/>
            <a:ext cx="3206773" cy="987552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2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88366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23160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02885" y="2249424"/>
            <a:ext cx="2653881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23160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5950" y="2249424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6265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02885" y="2788920"/>
            <a:ext cx="2653881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6265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85950" y="2788920"/>
            <a:ext cx="4538817" cy="448056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50215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02885" y="3328416"/>
            <a:ext cx="2653881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50215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85950" y="3328416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：PXC 目標式對照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19421" y="4041648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5950" y="3867912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：依需求驗 YugabyteDB 或 CockroachDB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819421" y="458114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02885" y="4407408"/>
            <a:ext cx="2653881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2303F"/>
                </a:solidFill>
                <a:latin typeface="Microsoft JhengHei"/>
              </a:rPr>
              <a:t>重複申請／維運成本高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2486" y="458114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85950" y="4407408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5120640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02885" y="4946904"/>
            <a:ext cx="2653881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5120640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85950" y="4946904"/>
            <a:ext cx="4538817" cy="44805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2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614416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工時作為繼續理由；每個出口都須回到需求、降低無謂技術研究與可量化收益。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61441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由 TSD 指派應用 owner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3.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確認 Pilot 情境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4.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定義服務驗收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5.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啟動原廠正式詢價與成本資料蒐集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：支援、授權、維運人力及基礎設施。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745357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Pilot 驗收完成後，再決定擴大 TiDB、轉向 PXC 對照，或啟動 PostgreSQL 路線的目標式 Pilot。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45357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