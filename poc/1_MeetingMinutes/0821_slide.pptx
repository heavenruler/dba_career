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-INTRO.md#%E4%B8%80%E9%A0%81%E7%B5%90%E8%AB%96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欄位以實測秒數呈現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群組兩家的故障注入與恢復流程不等價，只列數據、不給星等；PostgreSQL 群組兩家為同一方法論，數據與星等並列。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4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06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4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817"/>
                <a:gridCol w="3645488"/>
                <a:gridCol w="861817"/>
                <a:gridCol w="1959198"/>
                <a:gridCol w="1967098"/>
                <a:gridCol w="861817"/>
                <a:gridCol w="90059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 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 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775"/>
                <a:gridCol w="3947844"/>
                <a:gridCol w="3889720"/>
                <a:gridCol w="240449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 Gate，不是普通效能分數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監控彙整，見</a:t>
            </a:r>
            <a:r>
              <a:rPr sz="1600" b="0" u="sng">
                <a:solidFill>
                  <a:srgbClr val="1B5EA8"/>
                </a:solidFill>
                <a:latin typeface="Microsoft JhengHei"/>
                <a:hlinkClick r:id="rId2"/>
              </a:rPr>
              <a:t>評分導讀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8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Gate，不是效能加分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282"/>
                <a:gridCol w="1787907"/>
                <a:gridCol w="5063540"/>
                <a:gridCol w="3563108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授權、支援時區、P1／P2 事故等級、根因分析、版本升級與自管限制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34314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34314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81606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先辨識強耦合與共同故障域，再決定單叢集、多叢集、資源池或跨機房配置。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953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7050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MySQL 相容性、PITR／還原、Online DDL、服務層 Failover、資源與租戶隔離。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8081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52494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5201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23688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分開量測叢集恢復、資料可讀寫、終端服務恢復，以及交易是否遺失。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3745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09132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先完成單區主辦與災難復原就緒能力；只有業務提出雙區讀寫需求時才啟動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545"/>
                <a:gridCol w="569329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AWS 工作負載下雲、地端集中，故障影響範圍的重要性提高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產品更在意最快恢復服務，而非只有抽象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CAP 取捨目前傾向一致性優先（C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可先挑選能移至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同步驗證申請、權限、配額、備份、監控與退場生命週期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由 TSD 指派 owner，先確認依賴與改造上限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7726"/>
                <a:gridCol w="4036483"/>
                <a:gridCol w="2500495"/>
                <a:gridCol w="244313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（即主張段落提出的方向）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 Gate，再導入一個代表性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TSD owner、應用樣本與回復窗口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1276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決策｜投資報酬決策樹：先確認問題，再決定投入深度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9928"/>
            <a:ext cx="11057839" cy="3547872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10801807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沒有明確業務問題、受影響服務與 owner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0：保留現況與 PoC framework，定期重審需求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MySQL 應用為主要範圍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相容性／還原／DDL 尚未知     → Option A：技術補件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技術 Gate 通過且效益可量化    → Option B：TiDB Pilot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TiDB 不適配或極低延遲優先     → Option C：PXC 目標式對照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PostgreSQL 高關鍵度／AI 應用有需求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C：依需求驗 YugabyteDB 或 CockroachDB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平台化或跨區需求成立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重複申請／維運成本高         → Option D：Database Self-Service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DR／EDC 活化                → Option D：先 A/S，需異地讀再評估 A/A-RO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440680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440680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5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3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2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