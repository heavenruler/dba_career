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/>
                <a:gridCol w="3975340"/>
                <a:gridCol w="3916809"/>
                <a:gridCol w="234423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765940"/>
                <a:gridCol w="4844494"/>
                <a:gridCol w="3243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/>
                <a:gridCol w="4723341"/>
                <a:gridCol w="495951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/>
                <a:gridCol w="4433326"/>
                <a:gridCol w="2750671"/>
                <a:gridCol w="271000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28164"/>
            <a:ext cx="3206773" cy="133502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546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2864"/>
            <a:ext cx="3206773" cy="85953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9230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02885" y="23281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5950" y="23281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02885" y="28036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85950" y="2803652"/>
            <a:ext cx="4538817" cy="384048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02885" y="3279140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85950" y="3279140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：PXC 目標式對照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19421" y="39677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5950" y="37546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：依需求驗 YugabyteDB 或 CockroachDB ; 或延用現有 PostgreSQL 架構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819421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02885" y="43728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重複申請／維運成本高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2486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85950" y="43728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02885" y="48483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85950" y="4848352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451856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工時作為繼續理由；每個出口都須回到需求、降低無謂技術研究與可量化收益。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5185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